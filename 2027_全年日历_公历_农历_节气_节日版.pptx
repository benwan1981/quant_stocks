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080000"/>
            <a:ext cx="86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D700"/>
                </a:solidFill>
              </a:rPr>
              <a:t>2027 年 日历（公历 + 农历 + 节气 + 节日）</a:t>
            </a:r>
          </a:p>
          <a:p>
            <a:pPr algn="ctr">
              <a:defRPr sz="2000">
                <a:solidFill>
                  <a:srgbClr val="DCDCDC"/>
                </a:solidFill>
              </a:defRPr>
            </a:pPr>
            <a:r>
              <a:t>自动生成 · 可编辑 · 适合 PPT 展示 / 打印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1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元旦 / 元旦节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2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情人节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雨水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3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惊蛰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妇女节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植树节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消费者权益日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春分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全国中小学生安全教育日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4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愚人节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清明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谷雨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5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劳动节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青年节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母亲节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全国助残日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6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儿童节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芒种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父亲节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夏至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7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建党节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8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建军节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立秋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处暑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9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白露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教师节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全民国防教育日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秋分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10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国庆节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世界住房日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寒露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霜降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万圣节前夜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11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万圣节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立冬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感恩节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2027 年 12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冬至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平安夜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圣诞节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