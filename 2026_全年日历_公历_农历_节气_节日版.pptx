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080000"/>
            <a:ext cx="864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D700"/>
                </a:solidFill>
              </a:rPr>
              <a:t>2026 年 日历（公历 + 农历 + 节气 + 节日）</a:t>
            </a:r>
          </a:p>
          <a:p>
            <a:pPr algn="ctr">
              <a:defRPr sz="2000">
                <a:solidFill>
                  <a:srgbClr val="DCDCDC"/>
                </a:solidFill>
              </a:defRPr>
            </a:pPr>
            <a:r>
              <a:t>自动生成 · 可编辑 · 适合 PPT 展示 / 打印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1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元旦 / 元旦节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小寒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大寒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2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立春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情人节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雨水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3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惊蛰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妇女节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植树节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消费者权益日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春分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全国中小学生安全教育日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4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愚人节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清明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谷雨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5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劳动节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青年节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立夏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母亲节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全国助残日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小满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6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儿童节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芒种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夏至 / 父亲节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7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建党节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小暑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大暑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8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建军节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立秋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处暑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9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白露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教师节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全民国防教育日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秋分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10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国庆节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世界住房日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寒露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霜降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万圣节前夜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11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万圣节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立冬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小雪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感恩节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2026 年 12 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9359994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142"/>
                <a:gridCol w="1337142"/>
                <a:gridCol w="1337142"/>
                <a:gridCol w="1337142"/>
                <a:gridCol w="1337142"/>
                <a:gridCol w="1337142"/>
                <a:gridCol w="1337142"/>
              </a:tblGrid>
              <a:tr h="66857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3C3C3C"/>
                          </a:solidFill>
                        </a:rPr>
                        <a:t>日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廿八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廿九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大雪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三十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初五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初十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19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十二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十四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冬至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十六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平安夜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十七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DC3C14"/>
                          </a:solidFill>
                        </a:rPr>
                        <a:t>圣诞节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26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C80000"/>
                          </a:solidFill>
                        </a:rPr>
                        <a:t>27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十九</a:t>
                      </a:r>
                    </a:p>
                  </a:txBody>
                  <a:tcPr/>
                </a:tc>
              </a:tr>
              <a:tr h="668571"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二十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29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30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l"/>
                      <a:r>
                        <a:rPr sz="2000" b="1">
                          <a:solidFill>
                            <a:srgbClr val="1E1E1E"/>
                          </a:solidFill>
                        </a:rPr>
                        <a:t>31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787878"/>
                          </a:solidFill>
                        </a:rPr>
                        <a:t>廿三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6857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